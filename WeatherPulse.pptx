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WeatherPulse: Advanced Weather Analytics and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</a:t>
            </a:r>
          </a:p>
          <a:p>
            <a:r>
              <a:t>Mohith Raj K Kotian</a:t>
            </a:r>
          </a:p>
          <a:p>
            <a:r>
              <a:t>USN: 4MW23CS76</a:t>
            </a:r>
          </a:p>
          <a:p>
            <a:r>
              <a:t>Dept. of CSE, SMVITM, Bantakal</a:t>
            </a:r>
          </a:p>
          <a:p/>
          <a:p>
            <a:r>
              <a:t>Under the Guidance of:</a:t>
            </a:r>
          </a:p>
          <a:p>
            <a:r>
              <a:t>Dr. Bharti Panjwani</a:t>
            </a:r>
          </a:p>
          <a:p>
            <a:r>
              <a:t>Associate Professor, Dept. of CSE, SMVITM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weather apps lack real-time hazard analysis</a:t>
            </a:r>
          </a:p>
          <a:p>
            <a:r>
              <a:t>No multi-model AI forecasting</a:t>
            </a:r>
          </a:p>
          <a:p>
            <a:r>
              <a:t>Limited travel-route weather assessment</a:t>
            </a:r>
          </a:p>
          <a:p>
            <a:r>
              <a:t>No real-time lightning detection</a:t>
            </a:r>
          </a:p>
          <a:p>
            <a:r>
              <a:t>No personalized risk scoring</a:t>
            </a:r>
          </a:p>
          <a:p>
            <a:r>
              <a:t>Goal: Build an intelligent forecasting + risk analysis platform with real-time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Weather affects safety, agriculture, travel, daily activities</a:t>
            </a:r>
          </a:p>
          <a:p>
            <a:r>
              <a:t>Current apps only show basic forecasts</a:t>
            </a:r>
          </a:p>
          <a:p>
            <a:r>
              <a:t>WeatherPulse solves accuracy + real-time hazard problems</a:t>
            </a:r>
          </a:p>
          <a:p>
            <a:r>
              <a:t>Uses AI + dual-API system</a:t>
            </a:r>
          </a:p>
          <a:p>
            <a:r>
              <a:t>Provides analytics, alerts, lightning detection, hazard scoring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Tomorrow.io + OpenWeather APIs</a:t>
            </a:r>
          </a:p>
          <a:p>
            <a:r>
              <a:t>Multi-model AI forecasting (7-day)</a:t>
            </a:r>
          </a:p>
          <a:p>
            <a:r>
              <a:t>Lightning detection</a:t>
            </a:r>
          </a:p>
          <a:p>
            <a:r>
              <a:t>Dynamic risk scoring algorithm</a:t>
            </a:r>
          </a:p>
          <a:p>
            <a:r>
              <a:t>Hazard alert system</a:t>
            </a:r>
          </a:p>
          <a:p>
            <a:r>
              <a:t>Travel safety assessment using Haversine</a:t>
            </a:r>
          </a:p>
          <a:p>
            <a:r>
              <a:t>AI assistant for user queries</a:t>
            </a:r>
          </a:p>
          <a:p>
            <a:r>
              <a:t>Build a complete frontend + backend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</a:tblGrid>
              <a:tr h="731520">
                <a:tc>
                  <a:txBody>
                    <a:bodyPr/>
                    <a:lstStyle/>
                    <a:p>
                      <a:r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Contribution / Finding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Multi-model forecasting (AI + NWP)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Ensemble methods improve accuracy over single models.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API-driven weather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APIs enable rapid development and integration of diverse data sources.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Lightning detection 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 detection is critical for safety and is achievable with modern sensors.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Travel assessment and route-based hazard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Route-based analysis provides more relevant warnings than general area alerts.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Data Layer</a:t>
            </a:r>
          </a:p>
          <a:p>
            <a:r>
              <a:t>Backend Computing Layer</a:t>
            </a:r>
          </a:p>
          <a:p>
            <a:r>
              <a:t>Algorithms</a:t>
            </a:r>
          </a:p>
          <a:p>
            <a:r>
              <a:t>Alert Engine</a:t>
            </a:r>
          </a:p>
          <a:p>
            <a:r>
              <a:t>Frontend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Fetch API data</a:t>
            </a:r>
          </a:p>
          <a:p>
            <a:r>
              <a:t>2. Merge &amp; normalize</a:t>
            </a:r>
          </a:p>
          <a:p>
            <a:r>
              <a:t>3. AI forecasting</a:t>
            </a:r>
          </a:p>
          <a:p>
            <a:r>
              <a:t>4. Hazard scoring</a:t>
            </a:r>
          </a:p>
          <a:p>
            <a:r>
              <a:t>5. Lightning detection</a:t>
            </a:r>
          </a:p>
          <a:p>
            <a:r>
              <a:t>6. Alerts + travel assessment</a:t>
            </a:r>
          </a:p>
          <a:p>
            <a:r>
              <a:t>7. Display in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System Architecture Diagram Here]</a:t>
            </a:r>
          </a:p>
          <a:p>
            <a:r>
              <a:t>APIs → Flask Backend → Algorithms → DB → Frontend →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Level-0 DFD Here]</a:t>
            </a:r>
          </a:p>
          <a:p>
            <a:r>
              <a:t>User → Input → Backend → API → Processing → Output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Use Case Diagram Here]</a:t>
            </a:r>
          </a:p>
          <a:p>
            <a:r>
              <a:t>Actors: User, System</a:t>
            </a:r>
          </a:p>
          <a:p>
            <a:r>
              <a:t>Use Cases: View forecast, Check alerts, Travel safety, AI query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Multi-model AI ensemble</a:t>
            </a:r>
          </a:p>
          <a:p>
            <a:r>
              <a:t>Lightning detection algorithm</a:t>
            </a:r>
          </a:p>
          <a:p>
            <a:r>
              <a:t>Risk scoring formula</a:t>
            </a:r>
          </a:p>
          <a:p>
            <a:r>
              <a:t>Haversine distance</a:t>
            </a:r>
          </a:p>
          <a:p>
            <a:r>
              <a:t>Heat Index, Dew Point formulas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Forecasting Module</a:t>
            </a:r>
          </a:p>
          <a:p>
            <a:r>
              <a:t>Lightning Module</a:t>
            </a:r>
          </a:p>
          <a:p>
            <a:r>
              <a:t>Alert Module</a:t>
            </a:r>
          </a:p>
          <a:p>
            <a:r>
              <a:t>Travel Safety Module</a:t>
            </a:r>
          </a:p>
          <a:p>
            <a:r>
              <a:t>AI Assistant Module</a:t>
            </a:r>
          </a:p>
          <a:p>
            <a:r>
              <a:t>Dashboard Module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Flask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Technology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Markup/Styling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HTML, CSS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Scripting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JavaScript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4114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APIs &amp; Libraries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Tomorrow.io, OpenWeather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Libraries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NumPy, Requests, Pandas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Implementation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[Placeholder for Dashboard Screenshot]</a:t>
            </a:r>
          </a:p>
          <a:p>
            <a:r>
              <a:t>[Placeholder for Forecast Page Screenshot]</a:t>
            </a:r>
          </a:p>
          <a:p>
            <a:r>
              <a:t>[Placeholder for Hazard Alerts Screenshot]</a:t>
            </a:r>
          </a:p>
          <a:p>
            <a:r>
              <a:t>[Placeholder for Travel Safety Analysis Screenshot]</a:t>
            </a:r>
          </a:p>
          <a:p>
            <a:r>
              <a:t>[Placeholder for AI Assistant Screenshot]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API response time: [Time in ms]</a:t>
            </a:r>
          </a:p>
          <a:p>
            <a:r>
              <a:t>Forecast accuracy table: [Table showing model accuracy]</a:t>
            </a:r>
          </a:p>
          <a:p>
            <a:r>
              <a:t>Lightning detection success rate: [Percentage]</a:t>
            </a:r>
          </a:p>
          <a:p>
            <a:r>
              <a:t>Travel rating accuracy: [Percentage]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works reliably under various test conditions.</a:t>
            </a:r>
          </a:p>
          <a:p>
            <a:r>
              <a:t>Risk scoring algorithm provides accurate and timely warnings.</a:t>
            </a:r>
          </a:p>
          <a:p>
            <a:r>
              <a:t>Travel safety feature adds significant value for users on the move.</a:t>
            </a:r>
          </a:p>
          <a:p>
            <a:r>
              <a:t>Real-time lightning alerts are effective.</a:t>
            </a:r>
          </a:p>
          <a:p>
            <a:r>
              <a:t>The AI assistant enhances usability and provides a modern user experience.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WeatherPulse successfully addresses gaps in existing weather systems.</a:t>
            </a:r>
          </a:p>
          <a:p>
            <a:r>
              <a:t>The use of AI and multi-model forecasting improves accuracy.</a:t>
            </a:r>
          </a:p>
          <a:p>
            <a:r>
              <a:t>Real-time hazard detection enhances user safety.</a:t>
            </a:r>
          </a:p>
          <a:p>
            <a:r>
              <a:t>The platform is designed to be scalable and extendable for future enhancements.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native mobile application for iOS and Android.</a:t>
            </a:r>
          </a:p>
          <a:p>
            <a:r>
              <a:t>Implement push notifications for real-time alerts.</a:t>
            </a:r>
          </a:p>
          <a:p>
            <a:r>
              <a:t>Enhance the AI assistant with NLP for more natural conversations.</a:t>
            </a:r>
          </a:p>
          <a:p>
            <a:r>
              <a:t>Use machine learning to refine the risk scoring algorithm over time.</a:t>
            </a:r>
          </a:p>
          <a:p>
            <a:r>
              <a:t>Integrate more data sources for even greater accuracy.</a:t>
            </a:r>
          </a:p>
          <a:p>
            <a:r>
              <a:t>Incorporate data from IoT sensors for hyper-local forecasting.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[1] Tomorrow.io, "Weather API Documentation," [Online]. Available: [URL].</a:t>
            </a:r>
          </a:p>
          <a:p>
            <a:r>
              <a:t>[2] OpenWeather, "API Documentation," [Online]. Available: [URL].</a:t>
            </a:r>
          </a:p>
          <a:p>
            <a:r>
              <a:t>[3] A. Author, B. Author, "Title of Ensemble Forecasting Paper," in Journal of Weather Forecasting, vol. X, no. Y, pp. 1-10, Year.</a:t>
            </a:r>
          </a:p>
          <a:p>
            <a:r>
              <a:t>[4] Flask, "Flask Documentation," [Online]. Available: [URL].</a:t>
            </a:r>
          </a:p>
          <a:p>
            <a:r>
              <a:t>[5] R. W. Sinnott, "Virtues of the Haversine," Sky and Telescope, vol. 68, no. 2, p. 159, 1984.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4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